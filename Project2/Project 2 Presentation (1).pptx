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68bac28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68bac28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68bac285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68bac285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68bac285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68bac285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68bac285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68bac285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6fcb3f5c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6fcb3f5c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68bac285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68bac285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6d5fff20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6d5fff20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6fcb3f5c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6fcb3f5c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Interaction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48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“How do social environments and biological factors influence human behavior?”</a:t>
            </a:r>
            <a:endParaRPr b="1" sz="14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4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Helen Zewdu, Oluwatomisin Kale, India Crowe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Data Selection/Exploration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Selection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Measured behavioral attributes such as time spent alone, going outside, social acceptance, etc.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Measured psychological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tendencies such as: feeling drained after socializing and stage fear.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focused on the different tendencies of these behaviors between introverts and extroverts.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Rows: 2900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Columns: 8 variables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Data Selection/Exploration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numerical values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categorical values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missing values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analysis helps us clean and fully understand our data, especially because we have 0 missing values.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" name="Google Shape;68;p15" title="Screenshot 2026-04-16 at 11.51.0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375" y="1231600"/>
            <a:ext cx="5313449" cy="14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Screenshot 2026-04-16 at 11.51.30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3825" y="1231600"/>
            <a:ext cx="2632569" cy="14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Data Wrangling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for missing values within our data, output showed none.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how many rows in our data were duplicated: 402 duplicates.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new variables so that our data analysis can be simplified: Drained_after_events and Stage_fright.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500" y="2289924"/>
            <a:ext cx="7580452" cy="213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Visual Insights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" name="Google Shape;82;p17" title="Heatmap.jpg"/>
          <p:cNvPicPr preferRelativeResize="0"/>
          <p:nvPr/>
        </p:nvPicPr>
        <p:blipFill rotWithShape="1">
          <a:blip r:embed="rId3">
            <a:alphaModFix/>
          </a:blip>
          <a:srcRect b="0" l="-6621" r="0" t="0"/>
          <a:stretch/>
        </p:blipFill>
        <p:spPr>
          <a:xfrm>
            <a:off x="741600" y="1182925"/>
            <a:ext cx="3946976" cy="24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665275" y="1265775"/>
            <a:ext cx="3947100" cy="29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negative correlations: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spent alone and---&gt;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Going outside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event attendance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Friend circle size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Strongest Correlations: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Time_Spent_Alone and Drained_after_Events: strong positive correlation.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Friend_circle_size and Stage_Fright: strong negative correlation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Plot</a:t>
            </a:r>
            <a:endParaRPr/>
          </a:p>
        </p:txBody>
      </p:sp>
      <p:pic>
        <p:nvPicPr>
          <p:cNvPr id="89" name="Google Shape;89;p18" title="Frequency_of_social_outing by_State_after_outing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375" y="1226925"/>
            <a:ext cx="4998774" cy="291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5877350" y="1133675"/>
            <a:ext cx="3131100" cy="30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how much individuals engage in social outing after being socially drained.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Regardless of the personality type, all individuals who feel more drained after socializing engage in social outings less.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Barplot shows that sociability has a significant impact on social outings regardless of ones personality.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Boxplot</a:t>
            </a:r>
            <a:endParaRPr/>
          </a:p>
        </p:txBody>
      </p:sp>
      <p:pic>
        <p:nvPicPr>
          <p:cNvPr id="96" name="Google Shape;96;p19" title="Alone_time_vs._State_after_outing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604" y="1132275"/>
            <a:ext cx="5366475" cy="3130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5960075" y="1485300"/>
            <a:ext cx="3039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Not drained=1-3 hrs of alone time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Difference in solitary time required by different groups based on their energy levels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Outliers shows unique cases where people do not feel drained but still choose to spend an unusually high amount of time alone.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plot</a:t>
            </a:r>
            <a:endParaRPr/>
          </a:p>
        </p:txBody>
      </p:sp>
      <p:pic>
        <p:nvPicPr>
          <p:cNvPr id="103" name="Google Shape;103;p20" title="Relplot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00" y="1217375"/>
            <a:ext cx="5120874" cy="229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5511275" y="1492025"/>
            <a:ext cx="2862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trend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color-coded points show that while Extroverts tend to be more active overall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 who feel exhausted are clustered at the top-left, showing high solitude and low activity, while those who do not feel drained maintain a much higher spread of outdoor movement with minimal time alone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interaction is not a random occurrence but a balanced system of energy and preference.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environment + biological factors play significant roles in personality types.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an individual’s personality provides a biological baseline for how they process social stimulation, their state after outings acts as a gatekeeper for future movement.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Those who feel biologically recharged by others are more likely to engage with the world, while those who feel drained after interactions require substential solitary time to recover.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visualization prove that while environments provide the setting for interaction, our need for energy management is what dictates the rhythm of our social lives.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